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דוגמת עיצוב: אותו תוכן של שקף הסטטוסים, מוצג כמסלול ולא כרשימה.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zpen-m.r/build/deck/assets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566928"/>
            <a:ext cx="10725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6E9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 ס ל ו ל   ה ה ט ב ה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868680"/>
            <a:ext cx="107259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חמישה סטטוסים, מסלול אחד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62763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A9C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הסטטוס יושב בשורת ההטבה, והוא מתעדכן לבד. זה כל מה שצריך לדעת כדי לקרוא אותו.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952244" y="3328416"/>
            <a:ext cx="8503920" cy="18288"/>
          </a:xfrm>
          <a:prstGeom prst="rect">
            <a:avLst/>
          </a:prstGeom>
          <a:solidFill>
            <a:srgbClr val="2C4C70"/>
          </a:solidFill>
          <a:ln/>
        </p:spPr>
      </p:sp>
      <p:sp>
        <p:nvSpPr>
          <p:cNvPr id="7" name="Shape 4"/>
          <p:cNvSpPr/>
          <p:nvPr/>
        </p:nvSpPr>
        <p:spPr>
          <a:xfrm>
            <a:off x="9290304" y="3054096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2A2247"/>
          </a:solidFill>
          <a:ln w="19050">
            <a:solidFill>
              <a:srgbClr val="B58C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146536" y="3246120"/>
            <a:ext cx="182880" cy="182880"/>
          </a:xfrm>
          <a:prstGeom prst="ellipse">
            <a:avLst/>
          </a:prstGeom>
          <a:solidFill>
            <a:srgbClr val="B58CE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473184" y="305409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B58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פוטנציאלי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9290304" y="3831336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B7CC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עוד לא ביקשת. ייתכן שאתה זכאי — ואפשר להגיש בקשה.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878824" y="3236976"/>
            <a:ext cx="310896" cy="201168"/>
          </a:xfrm>
          <a:prstGeom prst="leftArrow">
            <a:avLst/>
          </a:prstGeom>
          <a:solidFill>
            <a:srgbClr val="3E6A96"/>
          </a:solidFill>
          <a:ln/>
        </p:spPr>
      </p:sp>
      <p:sp>
        <p:nvSpPr>
          <p:cNvPr id="12" name="Shape 9"/>
          <p:cNvSpPr/>
          <p:nvPr/>
        </p:nvSpPr>
        <p:spPr>
          <a:xfrm>
            <a:off x="6455664" y="3054096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3A2E17"/>
          </a:solidFill>
          <a:ln w="19050">
            <a:solidFill>
              <a:srgbClr val="E8B45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311896" y="3246120"/>
            <a:ext cx="182880" cy="182880"/>
          </a:xfrm>
          <a:prstGeom prst="ellipse">
            <a:avLst/>
          </a:prstGeom>
          <a:solidFill>
            <a:srgbClr val="E8B45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638544" y="305409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E8B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בטיפול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6455664" y="3831336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B7CC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הבקשה הוגשה ועדיין אין החלטה. אין צורך להגיש שוב.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044184" y="3236976"/>
            <a:ext cx="310896" cy="201168"/>
          </a:xfrm>
          <a:prstGeom prst="leftArrow">
            <a:avLst/>
          </a:prstGeom>
          <a:solidFill>
            <a:srgbClr val="3E6A96"/>
          </a:solidFill>
          <a:ln/>
        </p:spPr>
      </p:sp>
      <p:sp>
        <p:nvSpPr>
          <p:cNvPr id="17" name="Shape 14"/>
          <p:cNvSpPr/>
          <p:nvPr/>
        </p:nvSpPr>
        <p:spPr>
          <a:xfrm>
            <a:off x="3621024" y="3054096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10321F"/>
          </a:solidFill>
          <a:ln w="19050">
            <a:solidFill>
              <a:srgbClr val="68D69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77256" y="3246120"/>
            <a:ext cx="182880" cy="182880"/>
          </a:xfrm>
          <a:prstGeom prst="ellipse">
            <a:avLst/>
          </a:prstGeom>
          <a:solidFill>
            <a:srgbClr val="68D69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803904" y="305409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68D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פעילה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3621024" y="3831336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B7CC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אושרה, התקופה בתוקף ויש יתרה. כאן מגישים קבלות.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3209544" y="3236976"/>
            <a:ext cx="310896" cy="201168"/>
          </a:xfrm>
          <a:prstGeom prst="leftArrow">
            <a:avLst/>
          </a:prstGeom>
          <a:solidFill>
            <a:srgbClr val="3E6A96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3054096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1B2C3E"/>
          </a:solidFill>
          <a:ln w="19050">
            <a:solidFill>
              <a:srgbClr val="9FB6C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642616" y="3246120"/>
            <a:ext cx="182880" cy="182880"/>
          </a:xfrm>
          <a:prstGeom prst="ellipse">
            <a:avLst/>
          </a:prstGeom>
          <a:solidFill>
            <a:srgbClr val="9FB6CC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69264" y="305409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9FB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הסתיימה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786384" y="3831336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B7CC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נוצלה במלואה, או שתקופת הזכאות חלפה.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7607808" y="4901184"/>
            <a:ext cx="27432" cy="594360"/>
          </a:xfrm>
          <a:prstGeom prst="rect">
            <a:avLst/>
          </a:prstGeom>
          <a:solidFill>
            <a:srgbClr val="7E3B36"/>
          </a:solidFill>
          <a:ln/>
        </p:spPr>
      </p:sp>
      <p:sp>
        <p:nvSpPr>
          <p:cNvPr id="27" name="Shape 24"/>
          <p:cNvSpPr/>
          <p:nvPr/>
        </p:nvSpPr>
        <p:spPr>
          <a:xfrm>
            <a:off x="6455664" y="5495544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3B1A18"/>
          </a:solidFill>
          <a:ln w="19050">
            <a:solidFill>
              <a:srgbClr val="F08A8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311896" y="5687568"/>
            <a:ext cx="182880" cy="182880"/>
          </a:xfrm>
          <a:prstGeom prst="ellipse">
            <a:avLst/>
          </a:prstGeom>
          <a:solidFill>
            <a:srgbClr val="F08A80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638544" y="549554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F0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נדחתה</a:t>
            </a:r>
            <a:endParaRPr lang="en-US" sz="1900" dirty="0"/>
          </a:p>
        </p:txBody>
      </p:sp>
      <p:sp>
        <p:nvSpPr>
          <p:cNvPr id="30" name="Text 27"/>
          <p:cNvSpPr txBox="1"/>
          <p:nvPr/>
        </p:nvSpPr>
        <p:spPr>
          <a:xfrm>
            <a:off x="3438144" y="559612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B7CC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סיבת הדחייה מופיעה על כרטיס ההטבה עצמו.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9290304" y="5294376"/>
            <a:ext cx="2331720" cy="960120"/>
          </a:xfrm>
          <a:prstGeom prst="roundRect">
            <a:avLst>
              <a:gd name="adj" fmla="val 11429"/>
            </a:avLst>
          </a:prstGeom>
          <a:solidFill>
            <a:srgbClr val="11395F"/>
          </a:solidFill>
          <a:ln w="12700">
            <a:solidFill>
              <a:srgbClr val="1E5385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491472" y="5413248"/>
            <a:ext cx="1929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8D6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 ב"פעילה" </a:t>
            </a:r>
            <a:pPr algn="r" indent="0" marL="0">
              <a:buNone/>
            </a:pPr>
            <a:r>
              <a:rPr lang="en-US" sz="1500" dirty="0">
                <a:solidFill>
                  <a:srgbClr val="DCE9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אפשר להגיש חשבוניות וקבלות.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731520" y="6327648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77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מצפן זכויות איבה · הביטוח הלאומי, אגף שיקום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2026-09-07T11:25:21Z</dcterms:created>
  <dcterms:modified xsi:type="dcterms:W3CDTF">2026-09-07T11:25:21Z</dcterms:modified>
</cp:coreProperties>
</file>