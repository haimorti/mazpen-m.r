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du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7D9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 ס ל ו ל   ה ה ט ב 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68680"/>
            <a:ext cx="10725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סטטוסים, מסלול אחד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יושב בשורת ההטבה, והוא מתעדכן לבד. זה כל מה שצריך לדעת כדי לקרוא אותו.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52244" y="3328416"/>
            <a:ext cx="8503920" cy="18288"/>
          </a:xfrm>
          <a:prstGeom prst="rect">
            <a:avLst/>
          </a:prstGeom>
          <a:solidFill>
            <a:srgbClr val="32506F"/>
          </a:solidFill>
          <a:ln/>
        </p:spPr>
      </p:sp>
      <p:sp>
        <p:nvSpPr>
          <p:cNvPr id="7" name="Shape 4"/>
          <p:cNvSpPr/>
          <p:nvPr/>
        </p:nvSpPr>
        <p:spPr>
          <a:xfrm>
            <a:off x="929030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2A2247"/>
          </a:solidFill>
          <a:ln w="19050">
            <a:solidFill>
              <a:srgbClr val="B58C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6536" y="3246120"/>
            <a:ext cx="182880" cy="182880"/>
          </a:xfrm>
          <a:prstGeom prst="ellipse">
            <a:avLst/>
          </a:prstGeom>
          <a:solidFill>
            <a:srgbClr val="B58C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7318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B58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9030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A9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לא ביקשת. ייתכן שאתה זכאי — ואפשר להגיש בקשה.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878824" y="3236976"/>
            <a:ext cx="310896" cy="201168"/>
          </a:xfrm>
          <a:prstGeom prst="leftArrow">
            <a:avLst/>
          </a:prstGeom>
          <a:solidFill>
            <a:srgbClr val="32506F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3A2E17"/>
          </a:solidFill>
          <a:ln w="19050">
            <a:solidFill>
              <a:srgbClr val="E8B4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11896" y="3246120"/>
            <a:ext cx="182880" cy="182880"/>
          </a:xfrm>
          <a:prstGeom prst="ellipse">
            <a:avLst/>
          </a:prstGeom>
          <a:solidFill>
            <a:srgbClr val="E8B4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3854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E8B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A9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הוגשה ועדיין אין החלטה. אין צורך להגיש שוב.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44184" y="3236976"/>
            <a:ext cx="310896" cy="201168"/>
          </a:xfrm>
          <a:prstGeom prst="leftArrow">
            <a:avLst/>
          </a:prstGeom>
          <a:solidFill>
            <a:srgbClr val="32506F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102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0321F"/>
          </a:solidFill>
          <a:ln w="19050">
            <a:solidFill>
              <a:srgbClr val="68D69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7256" y="3246120"/>
            <a:ext cx="182880" cy="182880"/>
          </a:xfrm>
          <a:prstGeom prst="ellipse">
            <a:avLst/>
          </a:prstGeom>
          <a:solidFill>
            <a:srgbClr val="68D69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80390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68D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A9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אושרה, התקופה בתוקף ויש יתרה. כאן מגישים קבלות.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209544" y="3236976"/>
            <a:ext cx="310896" cy="201168"/>
          </a:xfrm>
          <a:prstGeom prst="leftArrow">
            <a:avLst/>
          </a:prstGeom>
          <a:solidFill>
            <a:srgbClr val="32506F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B2C3E"/>
          </a:solidFill>
          <a:ln w="19050">
            <a:solidFill>
              <a:srgbClr val="9FB6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42616" y="3246120"/>
            <a:ext cx="182880" cy="182880"/>
          </a:xfrm>
          <a:prstGeom prst="ellipse">
            <a:avLst/>
          </a:prstGeom>
          <a:solidFill>
            <a:srgbClr val="9FB6C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926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A9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נוצלה במלואה, או שתקופת הזכאות חלפה.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607808" y="4901184"/>
            <a:ext cx="27432" cy="594360"/>
          </a:xfrm>
          <a:prstGeom prst="rect">
            <a:avLst/>
          </a:prstGeom>
          <a:solidFill>
            <a:srgbClr val="32506F"/>
          </a:solidFill>
          <a:ln/>
        </p:spPr>
      </p:sp>
      <p:sp>
        <p:nvSpPr>
          <p:cNvPr id="27" name="Shape 24"/>
          <p:cNvSpPr/>
          <p:nvPr/>
        </p:nvSpPr>
        <p:spPr>
          <a:xfrm>
            <a:off x="6455664" y="549554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3B1A18"/>
          </a:solidFill>
          <a:ln w="19050">
            <a:solidFill>
              <a:srgbClr val="F08A8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1896" y="5687568"/>
            <a:ext cx="182880" cy="182880"/>
          </a:xfrm>
          <a:prstGeom prst="ellipse">
            <a:avLst/>
          </a:prstGeom>
          <a:solidFill>
            <a:srgbClr val="F08A8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38544" y="5495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0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438144" y="5596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A9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 מופיעה על כרטיס ההטבה עצמו.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290304" y="5294376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1A3550"/>
          </a:solidFill>
          <a:ln w="12700">
            <a:solidFill>
              <a:srgbClr val="2A507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91472" y="5413248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8D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ב"פעילה" </a:t>
            </a:r>
            <a:pPr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להגיש חשבוניות וקבלות.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6327648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9B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2026-09-07T13:18:28Z</dcterms:created>
  <dcterms:modified xsi:type="dcterms:W3CDTF">2026-09-07T13:18:28Z</dcterms:modified>
</cp:coreProperties>
</file>