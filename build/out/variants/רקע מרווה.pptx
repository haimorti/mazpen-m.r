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8AA3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2C5A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CBDCD0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9050">
            <a:solidFill>
              <a:srgbClr val="5E3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5E3A9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CBDCD0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19050">
            <a:solidFill>
              <a:srgbClr val="8A5B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8A5B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CBDCD0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 w="19050">
            <a:solidFill>
              <a:srgbClr val="1F6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1F6E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CBDCD0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9050">
            <a:solidFill>
              <a:srgbClr val="4E5F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4E5F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CBDCD0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 w="19050">
            <a:solidFill>
              <a:srgbClr val="A828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A828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6E4D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1E2C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6479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2026-09-07T13:18:28Z</dcterms:created>
  <dcterms:modified xsi:type="dcterms:W3CDTF">2026-09-07T13:18:28Z</dcterms:modified>
</cp:coreProperties>
</file>